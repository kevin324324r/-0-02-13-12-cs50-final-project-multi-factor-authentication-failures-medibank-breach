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56"/>
  </p:normalViewPr>
  <p:slideViewPr>
    <p:cSldViewPr snapToGrid="0">
      <p:cViewPr varScale="1">
        <p:scale>
          <a:sx n="107" d="100"/>
          <a:sy n="107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8B73A-8B89-641C-71D1-8F80B11CF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4C8F1-9F20-5E46-02D6-FCC3C3DA9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2D451-20F8-9180-38AF-33A4D0231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06AB-7A0E-1246-A4AE-88351EFEA7A7}" type="datetimeFigureOut">
              <a:rPr lang="en-VN" smtClean="0"/>
              <a:t>31/12/25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1EADD-1E3B-EECF-E1DD-D438DE4F3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27839-5FEB-EDC8-F578-4E6EE97B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5A93-D64F-2742-90DC-0C95B9081DB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99551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85AAD-3DA1-D984-13F3-0E4286E2F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FAB82-470A-8FBD-922E-76183CFE7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6CEF9-1026-803D-1D70-FA99C631D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06AB-7A0E-1246-A4AE-88351EFEA7A7}" type="datetimeFigureOut">
              <a:rPr lang="en-VN" smtClean="0"/>
              <a:t>31/12/25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36220-E553-7E02-246B-50124BD73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9412-69B2-FDE7-3C4F-DA4DADD4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5A93-D64F-2742-90DC-0C95B9081DB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18864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A8CD-F446-F813-952C-6B8AD21E6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6CD68-BBC6-0876-1934-814622A77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3E30A-B357-B8B6-D474-D8470CA5E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06AB-7A0E-1246-A4AE-88351EFEA7A7}" type="datetimeFigureOut">
              <a:rPr lang="en-VN" smtClean="0"/>
              <a:t>31/12/25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DE981-5A91-127D-D601-DA3E8732F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B3375-010D-8133-AD9D-37E137DB2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5A93-D64F-2742-90DC-0C95B9081DB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05805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FB090-1AA4-998F-83FA-8F01E44FE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9505A-E286-972A-A1F9-3D14A8386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C9DD1B-0ED8-8F5A-7684-D2D438BB7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20BA8-CCC7-AD83-DC22-56C242A14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06AB-7A0E-1246-A4AE-88351EFEA7A7}" type="datetimeFigureOut">
              <a:rPr lang="en-VN" smtClean="0"/>
              <a:t>31/12/25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2A29E-5F80-D378-6CE5-809C3E726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A343C-8FEA-F1B9-81A2-3147D0C1E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5A93-D64F-2742-90DC-0C95B9081DB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32818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6F734-A878-49E4-F12A-BE8472EA0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6343F-5BEB-EC7E-83C2-E9EB1A147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7D2E9-232F-5805-EF56-5F10209C0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599B81-888A-FAB0-8D3E-12F0B01396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E45E73-6439-9396-1F75-C5258C448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0290FB-0AAC-84B0-C184-601D9BEE5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06AB-7A0E-1246-A4AE-88351EFEA7A7}" type="datetimeFigureOut">
              <a:rPr lang="en-VN" smtClean="0"/>
              <a:t>31/12/25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8D07C0-3545-D659-8464-037CD3E9E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9AC7B-1BD9-7480-4D74-455EE4209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5A93-D64F-2742-90DC-0C95B9081DB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53720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FBB86-5820-D94E-FE72-2EB7A5488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970DE-5500-64AC-2EFE-13911FEA4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06AB-7A0E-1246-A4AE-88351EFEA7A7}" type="datetimeFigureOut">
              <a:rPr lang="en-VN" smtClean="0"/>
              <a:t>31/12/25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2F4411-F37C-819B-7773-A1367571D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E2AE2-F27F-63B1-145E-12F4CC05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5A93-D64F-2742-90DC-0C95B9081DB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99264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ECA3DF-638E-E7E3-3AEB-0921E4A70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06AB-7A0E-1246-A4AE-88351EFEA7A7}" type="datetimeFigureOut">
              <a:rPr lang="en-VN" smtClean="0"/>
              <a:t>31/12/25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B24199-0D99-18F4-E7DB-A1E407901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E6BBC-5FD5-8870-5960-468BDAF24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5A93-D64F-2742-90DC-0C95B9081DB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83798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9C42C-E938-77A5-7183-037055C95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85706-3600-7BAB-B9C5-A5E8104B9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4E45F-C1C6-6449-3351-2E879FC70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E4E62-45A8-0979-1489-57BD99A0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06AB-7A0E-1246-A4AE-88351EFEA7A7}" type="datetimeFigureOut">
              <a:rPr lang="en-VN" smtClean="0"/>
              <a:t>31/12/25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B0788-2CA7-439F-8605-DF19182CC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40B18-220E-77B7-3D82-FF2ACCCA0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5A93-D64F-2742-90DC-0C95B9081DB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68923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AB6C9-2D9B-E51A-83FE-767A1A779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B9CB3F-F373-4FD1-78A2-CE735D04E4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34667A-A63B-F1FD-FEFF-719851932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D7E23-6CF9-36D0-5153-A836CDBFD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06AB-7A0E-1246-A4AE-88351EFEA7A7}" type="datetimeFigureOut">
              <a:rPr lang="en-VN" smtClean="0"/>
              <a:t>31/12/25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F78DC-3B98-8C59-A0D2-B35143C6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115DF-9463-FC75-1089-6294610AF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5A93-D64F-2742-90DC-0C95B9081DB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10512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CF06F-72AD-D8EB-6C0A-D9478D7C4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17AB0-95AD-D94F-CF35-F5E73C6578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0F5A9-1CA4-C28A-7A5C-1F911097E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06AB-7A0E-1246-A4AE-88351EFEA7A7}" type="datetimeFigureOut">
              <a:rPr lang="en-VN" smtClean="0"/>
              <a:t>31/12/25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C6A1C-6431-07C1-9A0C-E1D16C895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CD25C-F2F7-CCAA-34DA-D5EED7585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5A93-D64F-2742-90DC-0C95B9081DB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42904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353965-9FA5-1C78-E478-1ED1FFC7AA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5CFEF4-0470-BBEC-069E-2DFFCA8E8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9C263-3D75-9629-617B-04A60AEA9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406AB-7A0E-1246-A4AE-88351EFEA7A7}" type="datetimeFigureOut">
              <a:rPr lang="en-VN" smtClean="0"/>
              <a:t>31/12/25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96C20-D3B7-5594-D3F0-7DBFB4124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33B6F-F745-CAF2-301B-9529E5C0C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5A93-D64F-2742-90DC-0C95B9081DB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8765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D24D94-0B45-4F9A-2673-9D7572CFE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E38E5-A10C-AEDF-454B-4EF8A4C02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2E712-44D6-4FE0-4911-47D9CEC7E0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406AB-7A0E-1246-A4AE-88351EFEA7A7}" type="datetimeFigureOut">
              <a:rPr lang="en-VN" smtClean="0"/>
              <a:t>31/12/25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71724-03EA-9C36-B1B9-BCCBAB912F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6C4E0-6C26-0C66-8089-0C9900290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B5A93-D64F-2742-90DC-0C95B9081DB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84354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34F19-C73B-7107-CA27-53ED06FC77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CS50 Introduction to Cybersecurity – Final Project</a:t>
            </a:r>
            <a:endParaRPr lang="en-V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0163F-9254-C9B2-546B-61D87A45AF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Topic: </a:t>
            </a:r>
            <a:r>
              <a:rPr lang="en-US" b="1"/>
              <a:t>Multi-Factor Authentication Failures</a:t>
            </a:r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01581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55026-3BD0-749A-D960-EA9A94EC3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What MFA supposed to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29D70-AC20-9FF0-5E7B-C0E27067C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Adds extra security beyond passwords</a:t>
            </a:r>
          </a:p>
          <a:p>
            <a:r>
              <a:rPr lang="en-US" dirty="0"/>
              <a:t>Requires two or more verification factors</a:t>
            </a:r>
          </a:p>
          <a:p>
            <a:r>
              <a:rPr lang="en-US" dirty="0"/>
              <a:t>Reduces risk of stolen passwords</a:t>
            </a:r>
          </a:p>
          <a:p>
            <a:r>
              <a:rPr lang="en-US" dirty="0"/>
              <a:t>Protects sensitive user data</a:t>
            </a:r>
          </a:p>
          <a:p>
            <a:pPr marL="0" indent="0">
              <a:buNone/>
            </a:pP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449703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33DAD-CE9A-3420-B8AA-FC704AC2C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Incident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89FE9-96A7-8D87-9112-9C62B168C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Target: </a:t>
            </a:r>
            <a:r>
              <a:rPr lang="en-US" b="1" dirty="0"/>
              <a:t>Medibank (Australian Insurance)</a:t>
            </a:r>
            <a:endParaRPr lang="en-US" dirty="0"/>
          </a:p>
          <a:p>
            <a:r>
              <a:rPr lang="en-US" dirty="0"/>
              <a:t>Year: 2022</a:t>
            </a:r>
          </a:p>
          <a:p>
            <a:r>
              <a:rPr lang="en-US" dirty="0"/>
              <a:t>Credentials compromised</a:t>
            </a:r>
          </a:p>
          <a:p>
            <a:r>
              <a:rPr lang="en-US" dirty="0"/>
              <a:t>MFA not enforced on access paths</a:t>
            </a:r>
          </a:p>
          <a:p>
            <a:r>
              <a:rPr lang="en-US" dirty="0"/>
              <a:t>Large-scale data breach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045961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57304-CE1E-09A9-5643-D2F694465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How the attack worked?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10EF-5547-2A38-D671-786A6F54C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Credentials obtained by attackers</a:t>
            </a:r>
          </a:p>
          <a:p>
            <a:r>
              <a:rPr lang="en-US" dirty="0"/>
              <a:t>Valid login used</a:t>
            </a:r>
          </a:p>
          <a:p>
            <a:r>
              <a:rPr lang="en-US" dirty="0"/>
              <a:t>MFA not enforced on access</a:t>
            </a:r>
          </a:p>
          <a:p>
            <a:r>
              <a:rPr lang="en-US" dirty="0"/>
              <a:t>Attacker gained system access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463031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036D3-91AB-A8BC-75DB-7C13D50C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Why MFA failed?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3562B-7B7E-F8C7-B518-16341CB06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MFA not consistently enforced</a:t>
            </a:r>
          </a:p>
          <a:p>
            <a:r>
              <a:rPr lang="en-US" dirty="0"/>
              <a:t>Reliance on single-factor access paths</a:t>
            </a:r>
          </a:p>
          <a:p>
            <a:r>
              <a:rPr lang="en-US" dirty="0"/>
              <a:t>Human and policy weaknesses</a:t>
            </a:r>
          </a:p>
          <a:p>
            <a:r>
              <a:rPr lang="en-US" dirty="0"/>
              <a:t>Authentication trusted compromised credentials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842975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DAB9F-D9DC-D789-C322-449BB0862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99CA8-F367-DA09-562C-81773E765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Exposure of sensitive health data</a:t>
            </a:r>
          </a:p>
          <a:p>
            <a:r>
              <a:rPr lang="en-US" dirty="0"/>
              <a:t>Personal and medical information affected</a:t>
            </a:r>
          </a:p>
          <a:p>
            <a:r>
              <a:rPr lang="en-US" dirty="0"/>
              <a:t>Serious privacy implications for individuals</a:t>
            </a:r>
          </a:p>
          <a:p>
            <a:r>
              <a:rPr lang="en-US" dirty="0"/>
              <a:t>Loss of trust and reputational damage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828880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D369-8554-9E9D-52D9-953E08B34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How this could have been prevented?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743FD-D918-7C93-EF63-498761A16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Enforce MFA across all access paths</a:t>
            </a:r>
          </a:p>
          <a:p>
            <a:r>
              <a:rPr lang="en-US" dirty="0"/>
              <a:t>Use stronger, phishing-resistant MFA</a:t>
            </a:r>
          </a:p>
          <a:p>
            <a:r>
              <a:rPr lang="en-US" dirty="0"/>
              <a:t>Apply least-privilege access controls</a:t>
            </a:r>
          </a:p>
          <a:p>
            <a:r>
              <a:rPr lang="en-US" dirty="0"/>
              <a:t>Improve monitoring and detection</a:t>
            </a:r>
          </a:p>
          <a:p>
            <a:r>
              <a:rPr lang="en-US"/>
              <a:t>Defense-in-depth approach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464448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56606-4089-6BED-0827-0FB295528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2A549-34FA-0AB3-DCB1-845C8F5FD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MFA improves security, but is not foolproof</a:t>
            </a:r>
          </a:p>
          <a:p>
            <a:r>
              <a:rPr lang="en-US" dirty="0"/>
              <a:t>Security controls must be enforced consistently</a:t>
            </a:r>
          </a:p>
          <a:p>
            <a:r>
              <a:rPr lang="en-US" dirty="0"/>
              <a:t>Account failures can lead to data and privacy harm</a:t>
            </a:r>
          </a:p>
          <a:p>
            <a:r>
              <a:rPr lang="en-US" dirty="0"/>
              <a:t>Defense-in-depth is essential in cybersecurity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578390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183</Words>
  <Application>Microsoft Macintosh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CS50 Introduction to Cybersecurity – Final Project</vt:lpstr>
      <vt:lpstr>What MFA supposed to do?</vt:lpstr>
      <vt:lpstr>Incident Overview</vt:lpstr>
      <vt:lpstr>How the attack worked?</vt:lpstr>
      <vt:lpstr>Why MFA failed?</vt:lpstr>
      <vt:lpstr>Impact</vt:lpstr>
      <vt:lpstr>How this could have been prevented?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CS50 Introduction to Cybersecurity – Final Project</dc:title>
  <dc:creator>Ngo Kenvin</dc:creator>
  <cp:lastModifiedBy>Ngo Kenvin</cp:lastModifiedBy>
  <cp:revision>7</cp:revision>
  <dcterms:created xsi:type="dcterms:W3CDTF">2025-12-29T07:08:50Z</dcterms:created>
  <dcterms:modified xsi:type="dcterms:W3CDTF">2025-12-31T08:41:36Z</dcterms:modified>
</cp:coreProperties>
</file>